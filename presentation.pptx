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Artificial 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Simulation of human intelligence in machines.</a:t>
            </a:r>
          </a:p>
          <a:p>
            <a:r>
              <a:t>Enables machines to learn, reason, perceive, and act.</a:t>
            </a:r>
          </a:p>
          <a:p>
            <a:r>
              <a:t>A broad field encompassing Machine Learning, Deep Learning, NLP, etc.</a:t>
            </a:r>
          </a:p>
          <a:p>
            <a:r>
              <a:t>Aims to create systems that can perform tasks requiring human intellect.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n8n?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An open-source workflow automation tool.</a:t>
            </a:r>
          </a:p>
          <a:p>
            <a:r>
              <a:t>Helps connect applications and services to automate tasks.</a:t>
            </a:r>
          </a:p>
          <a:p>
            <a:r>
              <a:t>Features a visual workflow designer with a node-based interface.</a:t>
            </a:r>
          </a:p>
          <a:p>
            <a:r>
              <a:t>Supports various integrations, including AI and generative services.</a:t>
            </a:r>
          </a:p>
          <a:p>
            <a:r>
              <a:t>Enables creation of complex automations without extensive coding.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vs Generative AI – Key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(AI):</a:t>
            </a:r>
          </a:p>
          <a:p>
            <a:pPr lvl="1"/>
            <a:r>
              <a:t>Broad concept of machines simulating human intelligence.</a:t>
            </a:r>
          </a:p>
          <a:p>
            <a:pPr lvl="1"/>
            <a:r>
              <a:t>Focuses on problem-solving, decision-making, pattern recognition.</a:t>
            </a:r>
          </a:p>
          <a:p>
            <a:pPr/>
            <a:r>
              <a:t>Generative AI:</a:t>
            </a:r>
          </a:p>
          <a:p>
            <a:pPr lvl="1"/>
            <a:r>
              <a:t>A sub-field of AI focused on creating new content (text, images, audio).</a:t>
            </a:r>
          </a:p>
          <a:p>
            <a:pPr lvl="1"/>
            <a:r>
              <a:t>Utilizes models like LLMs and diffusion models to generate novel outputs.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Narrow AI (Weak AI):</a:t>
            </a:r>
          </a:p>
          <a:p>
            <a:pPr lvl="1"/>
            <a:r>
              <a:t>Designed for specific tasks (e.g., Siri, recommendation systems).</a:t>
            </a:r>
          </a:p>
          <a:p>
            <a:pPr/>
            <a:r>
              <a:t>General AI (Strong AI):</a:t>
            </a:r>
          </a:p>
          <a:p>
            <a:pPr lvl="1"/>
            <a:r>
              <a:t>Hypothetical AI with human-level cognitive abilities across tasks.</a:t>
            </a:r>
          </a:p>
          <a:p>
            <a:pPr/>
            <a:r>
              <a:t>Super AI:</a:t>
            </a:r>
          </a:p>
          <a:p>
            <a:pPr lvl="1"/>
            <a:r>
              <a:t>Hypothetical AI surpassing human intelligence in all aspects.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Healthcare: Disease diagnosis, drug discovery, personalized medicine.</a:t>
            </a:r>
          </a:p>
          <a:p>
            <a:r>
              <a:t>Finance: Fraud detection, algorithmic trading, risk assessment.</a:t>
            </a:r>
          </a:p>
          <a:p>
            <a:r>
              <a:t>Retail: Recommendation systems, inventory management, chatbots.</a:t>
            </a:r>
          </a:p>
          <a:p>
            <a:r>
              <a:t>Automotive: Self-driving cars, predictive maintenance.</a:t>
            </a:r>
          </a:p>
          <a:p>
            <a:r>
              <a:t>Education: Personalized learning paths, intelligent tutoring systems.</a:t>
            </a:r>
          </a:p>
          <a:p>
            <a:r>
              <a:t>Customer Service: Virtual assistants, sentiment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Ethical AI: Focus on fairness, transparency, and accountability.</a:t>
            </a:r>
          </a:p>
          <a:p>
            <a:r>
              <a:t>Agentic AI: Development of autonomous, goal-oriented AI systems.</a:t>
            </a:r>
          </a:p>
          <a:p>
            <a:r>
              <a:t>Human-AI Collaboration: Enhanced partnership for complex problem-solving.</a:t>
            </a:r>
          </a:p>
          <a:p>
            <a:r>
              <a:t>Specialized AI: More sophisticated and narrowly focused solutions.</a:t>
            </a:r>
          </a:p>
          <a:p>
            <a:r>
              <a:t>Regulation: Increasing governmental and societal oversight.</a:t>
            </a:r>
          </a:p>
          <a:p>
            <a:r>
              <a:t>Quantum AI: Integration with quantum computing for unprecedented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AI is a transformative technology reshaping industries and daily life.</a:t>
            </a:r>
          </a:p>
          <a:p>
            <a:r>
              <a:t>From basic automation to generative capabilities, its impact is growing.</a:t>
            </a:r>
          </a:p>
          <a:p>
            <a:r>
              <a:t>The future holds promise for more autonomous and intelligent systems (Agentic AI).</a:t>
            </a:r>
          </a:p>
          <a:p>
            <a:r>
              <a:t>Ethical considerations and responsible development are crucial.</a:t>
            </a:r>
          </a:p>
          <a:p>
            <a:r>
              <a:t>Continuous learning and adaptation will define our interaction with AI.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